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6B91B-BF07-6F64-9E7E-A0E02404F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5FCE0-A666-0B19-F153-10A1BFE68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E30F7-5A52-CC44-8438-CD66C2F9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D013E-72B1-1DDF-6899-4AF83F32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22CFC-5460-41F2-9FD9-7A321A8A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2687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545A-9F32-EF44-1C97-FF92A8C9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353D9-E2F6-5889-0BFB-844481A7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B3707-30AB-1138-C77F-418E5410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60C7A-CBD1-0EDD-1B03-5037985E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80255-0223-E3B3-DFFC-1457A074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340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0B98-E6AB-DD35-11F2-BB579D3D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F1BA2-D8E3-049A-AC54-49DF90A0C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19392-136F-9AE8-F45E-F5D073EB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656B4-0912-4949-0FE3-501E2A7C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EF2A5-3A3F-8328-8511-1EAA5E2D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658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72E3-218D-6BF3-5942-0540E35A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1F900-2319-CF90-B8E1-3E53442EC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A3DF8-EA12-D80A-2118-56D3CEBDA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E9E1C-0F9B-8208-B1E5-B4888F89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FA7F6-FFC8-A7F4-A904-E6BA4F2F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D9F4A-EA85-A9BC-FE4D-BC33C631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802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60B6-AB8A-8088-FF55-F906EC3A7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7BEAE-1325-42B3-41A2-E4704764B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49E4A-D158-7EF6-C1A2-AECD8776A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9EBB9-5446-8A06-5009-7A2671356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9EFCA-8C75-9B9C-36FD-C86079E54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3AEC8-A63E-D213-1ECD-45907B92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0D3B2-BC0C-B795-0287-DF75CEA0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79EAC-A2E2-CB7E-972A-48BD67DA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999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CC05-7190-BBDD-8F28-6D39988A3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3EA67-0A77-704F-D6EB-7EED456F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28054-5AA2-1817-DA40-44A390BA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2A3AF-D976-C2DD-53FC-90681A88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843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98C7D9-ED84-8E2C-3FDD-B6B51A67F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C4214-93D9-7F94-15C1-E61A3C1A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788B4-D324-1C3A-77B3-9CD1817E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931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4AE6-2788-592D-8B92-86EC6158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31F2-7A3B-795F-4E17-EC24D7890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7D441-21E9-9C37-87DE-6C35F5D16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FD1BF-9FD6-250D-7A3C-9885B9C6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BF5BF-A1F9-8623-061A-534C9AD9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953E3-D7A2-DC80-465C-087A23CD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18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BD32-B263-2E6A-B74E-D865BEDC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DFCA4-F566-D927-BE71-1A06BEAA3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71D9E-BDBC-7F04-893F-D8B8FDCB2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EE512-1C70-CB0B-31D2-5225A26F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5CC7D-58E1-7150-30FB-94D03FD8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2B6AB-3604-9C94-9077-6AD767F1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762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1170A-B3DB-3AD8-C945-FE88D3D1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78362-995B-BAA7-D25A-532883EDF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27BDC-63EC-928D-DAF1-1518CC8E2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86CCC-4664-7193-F8E9-E8D2E96C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9A893-F901-21FC-67D4-CF570398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123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E9573A-0CAA-93C4-65BD-9471ABC45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62DA1-7B22-8D28-4FCE-C367CE857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569BA-52E1-7312-F5CC-554DFF3E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A681B-2D85-FF72-EA53-7A20AFE1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4AC0-0F46-FF54-FA8E-6F8A7EAD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17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4858E-218B-9CA7-0BE7-8C58D1C97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10538-C73C-6D32-73B3-0C766B02C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5B217-4D5E-09EF-3D12-B8170DE04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717B2-E169-44AE-BD9B-1DBA9B13AF91}" type="datetimeFigureOut">
              <a:rPr lang="en-ID" smtClean="0"/>
              <a:t>01/12/2025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86654-4D96-3DF0-BE06-37B3CC56A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5CBCB-7637-8FB3-AF01-E85C3B12D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F2704-D1FA-4EED-8BD5-CC16AF876C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280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06D711-EF3F-02B8-9831-C52A921D7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916" y="552262"/>
            <a:ext cx="8919166" cy="51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6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4C4625-C86D-084B-840E-DA82F53E3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474" y="567194"/>
            <a:ext cx="7998268" cy="55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4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12BB1-B3A1-A6D1-E2A1-329EFC434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440" y="948163"/>
            <a:ext cx="8269119" cy="474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4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3237DA-5F8B-EF79-96CA-5D2646166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105" y="949513"/>
            <a:ext cx="8193386" cy="46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9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7D13DE-0387-A494-7C9A-2D251FFB1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632" y="893843"/>
            <a:ext cx="8582105" cy="46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0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5C03E6-7A3E-BC04-255F-3D055E10A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324" y="549087"/>
            <a:ext cx="6989276" cy="3513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42F7B-1D1C-8BD9-4EF2-0381E274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524" y="4062414"/>
            <a:ext cx="8926171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7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9C7AE7-2C92-9FA7-61D8-1E7352F35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813" y="821509"/>
            <a:ext cx="8888065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020FF-D0F2-50AA-FFF5-3158A99F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44" y="2874664"/>
            <a:ext cx="3544551" cy="251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1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Benfano Soewito</dc:creator>
  <cp:lastModifiedBy>DYKA ADLERO CLIFZIER HOLY COVENANT</cp:lastModifiedBy>
  <cp:revision>3</cp:revision>
  <dcterms:created xsi:type="dcterms:W3CDTF">2025-11-19T01:53:27Z</dcterms:created>
  <dcterms:modified xsi:type="dcterms:W3CDTF">2025-12-01T13:13:56Z</dcterms:modified>
</cp:coreProperties>
</file>